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9" r:id="rId13"/>
    <p:sldId id="30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36" d="100"/>
          <a:sy n="36" d="100"/>
        </p:scale>
        <p:origin x="11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19C3F-21BA-4EB6-8894-5363712D56C2}" type="datetimeFigureOut">
              <a:rPr lang="en-GH" smtClean="0"/>
              <a:t>01/05/2026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11B23-E4B4-4625-AF82-9C0CAFBFAC5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58765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11B23-E4B4-4625-AF82-9C0CAFBFAC56}" type="slidenum">
              <a:rPr lang="en-GH" smtClean="0"/>
              <a:t>9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69216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36F4D-88C8-BC49-A81E-FC2D8E5CF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647" y="0"/>
            <a:ext cx="105750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F36BE-5672-5551-E7D9-E481F3B24014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3F77262-3FEB-CC05-9AE5-628A3636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prototype of a microblogging platform inspired by Twitter (X).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create short posts, interact with others, and view personalized content.</a:t>
            </a:r>
            <a:endParaRPr 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231E-6690-C37C-C05C-AFC8CEF9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53C7-6626-7B9D-7D70-3BBA1295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CF63F-91A9-BC3E-1713-31217249121A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17D4151-117E-78A2-4698-1FE38A7C4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Enable users to share short messages </a:t>
            </a:r>
          </a:p>
          <a:p>
            <a:r>
              <a:rPr lang="en-US" sz="3200" dirty="0">
                <a:solidFill>
                  <a:schemeClr val="tx1"/>
                </a:solidFill>
              </a:rPr>
              <a:t>Allow social interaction between users </a:t>
            </a:r>
          </a:p>
          <a:p>
            <a:r>
              <a:rPr lang="en-US" sz="3200" dirty="0">
                <a:solidFill>
                  <a:schemeClr val="tx1"/>
                </a:solidFill>
              </a:rPr>
              <a:t>Provide a personalized content feed </a:t>
            </a:r>
          </a:p>
          <a:p>
            <a:r>
              <a:rPr lang="en-US" sz="3200" dirty="0">
                <a:solidFill>
                  <a:schemeClr val="tx1"/>
                </a:solidFill>
              </a:rPr>
              <a:t>Demonstrate relational database design using PostgreSQL </a:t>
            </a:r>
          </a:p>
        </p:txBody>
      </p:sp>
    </p:spTree>
    <p:extLst>
      <p:ext uri="{BB962C8B-B14F-4D97-AF65-F5344CB8AC3E}">
        <p14:creationId xmlns:p14="http://schemas.microsoft.com/office/powerpoint/2010/main" val="270522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9E5B-1570-2A29-97A6-F60BB1A2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07CD-FBD9-CE12-04FF-3A84D1DC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Core Features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46681-7559-8606-A678-6F04ED03EDF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FBE6F9-78CC-252C-3238-02396296F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465099"/>
            <a:ext cx="503214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GH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Posts (Tweets)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 / Unfollow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Posts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 on Posts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Timeline </a:t>
            </a:r>
          </a:p>
        </p:txBody>
      </p:sp>
    </p:spTree>
    <p:extLst>
      <p:ext uri="{BB962C8B-B14F-4D97-AF65-F5344CB8AC3E}">
        <p14:creationId xmlns:p14="http://schemas.microsoft.com/office/powerpoint/2010/main" val="145108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8B44-8606-179E-F839-D6F0B200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400E-9CB1-D9D0-C307-06419D50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What the System will Do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33B5F-5F91-747A-210D-518B64C2358C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C70DF0-3E63-6611-8930-88341EF9EF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330702"/>
            <a:ext cx="6386685" cy="331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content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other users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posts from followed users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 through likes and comments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1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6861-0BD9-E9BA-BEEE-01B128E6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B7DC-E5DB-594C-C05D-692AB33A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Technology Stack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7224D-1E9A-6EDA-7C23-100D92790418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2AC081-EE63-1696-4FA5-8FEE172A5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2644170"/>
            <a:ext cx="58945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</a:t>
            </a: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55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299C-ACAD-8ADF-E27C-661743BB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53C9-9683-B035-597D-32F97AC9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936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Database Overview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72831-0E64-BC63-3F56-6460C6EEF60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45DC0E-4DE5-CCDD-B572-8D2231F9C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480215"/>
            <a:ext cx="880721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 relational database to store and manage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Table: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Posts</a:t>
            </a:r>
            <a:b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4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F962-3C11-4014-F3E4-2D2557AA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FF0-23FB-61B7-6ABD-A6B295BD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Relationships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832A1-2529-D803-97DB-498B6B94ADE0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F352ED-B59F-BC83-1896-8A66094642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711321"/>
            <a:ext cx="75504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User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Posts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Users ( Follow) Many to Many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Users Posts (Likes) Many-to-Many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One Post  Many Comments</a:t>
            </a: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25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4482-3C30-B193-7C0E-4A63ED90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9D17-1D8C-1801-F1C8-8FC31685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192" y="290535"/>
            <a:ext cx="9054110" cy="658794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800" dirty="0"/>
              <a:t>ER Diagram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98874-18DF-D9A3-1685-4C9831C7CAA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01859-7232-CA6C-9DE4-F6D8C5F7C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157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DF780-8D08-DDC8-ED97-A440EEE14A15}"/>
              </a:ext>
            </a:extLst>
          </p:cNvPr>
          <p:cNvSpPr txBox="1"/>
          <p:nvPr/>
        </p:nvSpPr>
        <p:spPr>
          <a:xfrm>
            <a:off x="3432748" y="6415790"/>
            <a:ext cx="5741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lgerian" panose="04020705040A02060702" pitchFamily="82" charset="0"/>
              </a:rPr>
              <a:t>ENTITY RELATIONS DIAGRAM </a:t>
            </a:r>
            <a:endParaRPr lang="en-GH" sz="28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29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FDA5-02F2-0E3E-FB46-9B068337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3558-1636-FDA0-484A-B706DA1E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Conclusion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003B9-5B1E-7A95-AAEF-E9215DAE9D40}"/>
              </a:ext>
            </a:extLst>
          </p:cNvPr>
          <p:cNvSpPr txBox="1"/>
          <p:nvPr/>
        </p:nvSpPr>
        <p:spPr>
          <a:xfrm>
            <a:off x="1036320" y="173736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A228D4-24EE-63CC-63E9-190363389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2403287"/>
            <a:ext cx="106875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 social media system can 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relational database, focusing on user interaction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structured data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190926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9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0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{20853D68-7B2E-4630-BFD0-0C727643FA3E}TFb63a7776-4452-49b2-8055-21efce632b726e3c8758_win32-7d1db0309ca7</Template>
  <TotalTime>4574</TotalTime>
  <Words>213</Words>
  <Application>Microsoft Office PowerPoint</Application>
  <PresentationFormat>Widescreen</PresentationFormat>
  <Paragraphs>45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Bookman Old Style</vt:lpstr>
      <vt:lpstr>Calibri</vt:lpstr>
      <vt:lpstr>Franklin Gothic Book</vt:lpstr>
      <vt:lpstr>Times New Roman</vt:lpstr>
      <vt:lpstr>Custom</vt:lpstr>
      <vt:lpstr>PowerPoint Presentation</vt:lpstr>
      <vt:lpstr>Introduction</vt:lpstr>
      <vt:lpstr>Purpose Of The Application</vt:lpstr>
      <vt:lpstr>Core Features</vt:lpstr>
      <vt:lpstr>What the System will Do</vt:lpstr>
      <vt:lpstr>Technology Stack</vt:lpstr>
      <vt:lpstr>Database Overview</vt:lpstr>
      <vt:lpstr>Relationships</vt:lpstr>
      <vt:lpstr>ER Diagram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Abdul-Wadud Gbeadese</dc:creator>
  <cp:lastModifiedBy>Mohammed Abdul-Wadud Gbeadese</cp:lastModifiedBy>
  <cp:revision>5</cp:revision>
  <dcterms:created xsi:type="dcterms:W3CDTF">2026-04-25T10:43:48Z</dcterms:created>
  <dcterms:modified xsi:type="dcterms:W3CDTF">2026-05-01T10:03:58Z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