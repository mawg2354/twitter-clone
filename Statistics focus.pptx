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9" r:id="rId13"/>
    <p:sldId id="307" r:id="rId14"/>
    <p:sldId id="30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>
        <p:scale>
          <a:sx n="66" d="100"/>
          <a:sy n="66" d="100"/>
        </p:scale>
        <p:origin x="900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E66382-2CB7-1E9B-58C9-D42124A17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73" y="0"/>
            <a:ext cx="121952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DF36BE-5672-5551-E7D9-E481F3B24014}"/>
              </a:ext>
            </a:extLst>
          </p:cNvPr>
          <p:cNvSpPr txBox="1"/>
          <p:nvPr/>
        </p:nvSpPr>
        <p:spPr>
          <a:xfrm>
            <a:off x="1097280" y="2171700"/>
            <a:ext cx="10058400" cy="253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H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73F77262-3FEB-CC05-9AE5-628A3636B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76089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 prototype of a microblogging platform inspired by Twitter (X).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create short posts, interact with others, and view personalized content.</a:t>
            </a:r>
            <a:endParaRPr lang="en-GH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6231E-6690-C37C-C05C-AFC8CEF99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E53C7-6626-7B9D-7D70-3BBA12950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Application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2CF63F-91A9-BC3E-1713-31217249121A}"/>
              </a:ext>
            </a:extLst>
          </p:cNvPr>
          <p:cNvSpPr txBox="1"/>
          <p:nvPr/>
        </p:nvSpPr>
        <p:spPr>
          <a:xfrm>
            <a:off x="1097280" y="2171700"/>
            <a:ext cx="10058400" cy="253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H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717D4151-117E-78A2-4698-1FE38A7C4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760891"/>
          </a:xfrm>
        </p:spPr>
        <p:txBody>
          <a:bodyPr>
            <a:normAutofit/>
          </a:bodyPr>
          <a:lstStyle/>
          <a:p>
            <a:r>
              <a:rPr lang="en-US" sz="3200" dirty="0"/>
              <a:t>Enable users to share short messages </a:t>
            </a:r>
          </a:p>
          <a:p>
            <a:r>
              <a:rPr lang="en-US" sz="3200" dirty="0"/>
              <a:t>Allow social interaction between users </a:t>
            </a:r>
          </a:p>
          <a:p>
            <a:r>
              <a:rPr lang="en-US" sz="3200" dirty="0"/>
              <a:t>Provide a personalized content feed </a:t>
            </a:r>
          </a:p>
          <a:p>
            <a:r>
              <a:rPr lang="en-US" sz="3200" dirty="0"/>
              <a:t>Demonstrate relational database design using PostgreSQL </a:t>
            </a:r>
          </a:p>
        </p:txBody>
      </p:sp>
    </p:spTree>
    <p:extLst>
      <p:ext uri="{BB962C8B-B14F-4D97-AF65-F5344CB8AC3E}">
        <p14:creationId xmlns:p14="http://schemas.microsoft.com/office/powerpoint/2010/main" val="2705224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99E5B-1570-2A29-97A6-F60BB1A23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A07CD-FBD9-CE12-04FF-3A84D1DC8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800" dirty="0"/>
              <a:t>Core Features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C46681-7559-8606-A678-6F04ED03EDF3}"/>
              </a:ext>
            </a:extLst>
          </p:cNvPr>
          <p:cNvSpPr txBox="1"/>
          <p:nvPr/>
        </p:nvSpPr>
        <p:spPr>
          <a:xfrm>
            <a:off x="1097280" y="2171700"/>
            <a:ext cx="10058400" cy="253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H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8FBE6F9-78CC-252C-3238-02396296FC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3" y="2465099"/>
            <a:ext cx="503214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GH" sz="180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kumimoji="0" lang="en-GH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&amp; Login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en-GH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Posts (Tweets)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0" lang="en-GH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 / Unfollow Users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kumimoji="0" lang="en-GH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Like Posts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kumimoji="0" lang="en-GH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Comment on Posts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kumimoji="0" lang="en-GH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Timeline </a:t>
            </a:r>
          </a:p>
        </p:txBody>
      </p:sp>
    </p:spTree>
    <p:extLst>
      <p:ext uri="{BB962C8B-B14F-4D97-AF65-F5344CB8AC3E}">
        <p14:creationId xmlns:p14="http://schemas.microsoft.com/office/powerpoint/2010/main" val="1451084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28B44-8606-179E-F839-D6F0B2007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400E-9CB1-D9D0-C307-06419D506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800" dirty="0"/>
              <a:t>What the System Does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433B5F-5F91-747A-210D-518B64C2358C}"/>
              </a:ext>
            </a:extLst>
          </p:cNvPr>
          <p:cNvSpPr txBox="1"/>
          <p:nvPr/>
        </p:nvSpPr>
        <p:spPr>
          <a:xfrm>
            <a:off x="1097280" y="2171700"/>
            <a:ext cx="10058400" cy="253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H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5C70DF0-3E63-6611-8930-88341EF9EF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3" y="2330702"/>
            <a:ext cx="6386685" cy="3315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content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other users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posts from followed users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 through likes and comments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GH" altLang="en-GH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511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76861-0BD9-E9BA-BEEE-01B128E6E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9B7DC-E5DB-594C-C05D-692AB33AE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800" dirty="0"/>
              <a:t>Technology Stack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87224D-1E9A-6EDA-7C23-100D92790418}"/>
              </a:ext>
            </a:extLst>
          </p:cNvPr>
          <p:cNvSpPr txBox="1"/>
          <p:nvPr/>
        </p:nvSpPr>
        <p:spPr>
          <a:xfrm>
            <a:off x="1097280" y="2171700"/>
            <a:ext cx="10058400" cy="253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H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72AC081-EE63-1696-4FA5-8FEE172A5F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3" y="3203762"/>
            <a:ext cx="589456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 (Flask/Django)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Database: PostgreSQL</a:t>
            </a:r>
            <a:endParaRPr kumimoji="0" lang="en-GH" altLang="en-GH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557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3299C-ACAD-8ADF-E27C-661743BBD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C53C9-9683-B035-597D-32F97AC93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936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800" dirty="0"/>
              <a:t>Database Overview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472831-0E64-BC63-3F56-6460C6EEF603}"/>
              </a:ext>
            </a:extLst>
          </p:cNvPr>
          <p:cNvSpPr txBox="1"/>
          <p:nvPr/>
        </p:nvSpPr>
        <p:spPr>
          <a:xfrm>
            <a:off x="1097280" y="2171700"/>
            <a:ext cx="10058400" cy="253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H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D45DC0E-4DE5-CCDD-B572-8D2231F9CE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3" y="1480215"/>
            <a:ext cx="8807219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GH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a relational database to store and manage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GH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 Table: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Posts</a:t>
            </a:r>
            <a:br>
              <a:rPr kumimoji="0" lang="en-US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Follows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GH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Comments</a:t>
            </a:r>
            <a:endParaRPr kumimoji="0" lang="en-GH" altLang="en-GH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545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DF962-3C11-4014-F3E4-2D2557AA4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FF0-23FB-61B7-6ABD-A6B295BD4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800" dirty="0"/>
              <a:t>Relationships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8832A1-2529-D803-97DB-498B6B94ADE0}"/>
              </a:ext>
            </a:extLst>
          </p:cNvPr>
          <p:cNvSpPr txBox="1"/>
          <p:nvPr/>
        </p:nvSpPr>
        <p:spPr>
          <a:xfrm>
            <a:off x="1097280" y="2171700"/>
            <a:ext cx="10058400" cy="253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H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CF352ED-B59F-BC83-1896-8A66094642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3" y="2711321"/>
            <a:ext cx="755046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User </a:t>
            </a: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Many Posts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</a:t>
            </a: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Users ( Follow) Many to Many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Users Posts (Likes) Many-to-Many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One Post  Many Comments</a:t>
            </a:r>
            <a:endParaRPr lang="en-US" altLang="en-GH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GH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251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44482-3C30-B193-7C0E-4A63ED90F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99D17-1D8C-1801-F1C8-8FC316850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192" y="290535"/>
            <a:ext cx="9054110" cy="658794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en-US" sz="4800" dirty="0"/>
              <a:t>ER Diagram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98874-18DF-D9A3-1685-4C9831C7CAA3}"/>
              </a:ext>
            </a:extLst>
          </p:cNvPr>
          <p:cNvSpPr txBox="1"/>
          <p:nvPr/>
        </p:nvSpPr>
        <p:spPr>
          <a:xfrm>
            <a:off x="1097280" y="2171700"/>
            <a:ext cx="10058400" cy="253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CE7B9A-DAC0-1CAF-7BC3-8077B3FA1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006" y="24195"/>
            <a:ext cx="9580713" cy="638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529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6421E-4632-CC9D-A3CF-F9DBCBE4C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27F84-3644-DA47-EC3D-6293E0B70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800" dirty="0"/>
              <a:t>Why PostgreSQL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309929-FE1F-8192-73F3-05311FE1387D}"/>
              </a:ext>
            </a:extLst>
          </p:cNvPr>
          <p:cNvSpPr txBox="1"/>
          <p:nvPr/>
        </p:nvSpPr>
        <p:spPr>
          <a:xfrm>
            <a:off x="1097280" y="2171700"/>
            <a:ext cx="10058400" cy="253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H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B8E6993-A670-764D-FE83-B32C60D81A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71700"/>
            <a:ext cx="636263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data integrity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relationships ( foreign keys)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complex queries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real world applications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GH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458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1FDA5-02F2-0E3E-FB46-9B0683375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43558-1636-FDA0-484A-B706DA1E7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800" dirty="0"/>
              <a:t>Conclusion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5003B9-5B1E-7A95-AAEF-E9215DAE9D40}"/>
              </a:ext>
            </a:extLst>
          </p:cNvPr>
          <p:cNvSpPr txBox="1"/>
          <p:nvPr/>
        </p:nvSpPr>
        <p:spPr>
          <a:xfrm>
            <a:off x="1036320" y="1737360"/>
            <a:ext cx="10058400" cy="253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H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2A228D4-24EE-63CC-63E9-1903633898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6320" y="2403287"/>
            <a:ext cx="1068754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a social media system can be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using relational database, focusing on user interaction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GH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structured data relationships</a:t>
            </a:r>
          </a:p>
        </p:txBody>
      </p:sp>
    </p:spTree>
    <p:extLst>
      <p:ext uri="{BB962C8B-B14F-4D97-AF65-F5344CB8AC3E}">
        <p14:creationId xmlns:p14="http://schemas.microsoft.com/office/powerpoint/2010/main" val="411909267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3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4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5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6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7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8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9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10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1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{20853D68-7B2E-4630-BFD0-0C727643FA3E}TFb63a7776-4452-49b2-8055-21efce632b726e3c8758_win32-7d1db0309ca7</Template>
  <TotalTime>4263</TotalTime>
  <Words>229</Words>
  <Application>Microsoft Office PowerPoint</Application>
  <PresentationFormat>Widescreen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Bookman Old Style</vt:lpstr>
      <vt:lpstr>Calibri</vt:lpstr>
      <vt:lpstr>Franklin Gothic Book</vt:lpstr>
      <vt:lpstr>Times New Roman</vt:lpstr>
      <vt:lpstr>Custom</vt:lpstr>
      <vt:lpstr>PowerPoint Presentation</vt:lpstr>
      <vt:lpstr>Introduction</vt:lpstr>
      <vt:lpstr>Purpose Of The Application</vt:lpstr>
      <vt:lpstr>Core Features</vt:lpstr>
      <vt:lpstr>What the System Does</vt:lpstr>
      <vt:lpstr>Technology Stack</vt:lpstr>
      <vt:lpstr>Database Overview</vt:lpstr>
      <vt:lpstr>Relationships</vt:lpstr>
      <vt:lpstr>ER Diagram</vt:lpstr>
      <vt:lpstr>Why PostgreSQL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Abdul-Wadud Gbeadese</dc:creator>
  <cp:lastModifiedBy>Mohammed Abdul-Wadud Gbeadese</cp:lastModifiedBy>
  <cp:revision>1</cp:revision>
  <dcterms:created xsi:type="dcterms:W3CDTF">2026-04-25T10:43:48Z</dcterms:created>
  <dcterms:modified xsi:type="dcterms:W3CDTF">2026-04-28T09:47:24Z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